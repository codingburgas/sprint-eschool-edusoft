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8"/>
  </p:notesMasterIdLst>
  <p:sldIdLst>
    <p:sldId id="256" r:id="rId2"/>
    <p:sldId id="257" r:id="rId3"/>
    <p:sldId id="311" r:id="rId4"/>
    <p:sldId id="260" r:id="rId5"/>
    <p:sldId id="261" r:id="rId6"/>
    <p:sldId id="305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AE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1AB483-E04A-4728-B1EF-F1B0E481F7AF}">
  <a:tblStyle styleId="{E61AB483-E04A-4728-B1EF-F1B0E481F7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58" y="7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1083f33e91c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1083f33e91c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107aaa41fe9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107aaa41fe9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23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3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3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3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37"/>
          <p:cNvSpPr txBox="1">
            <a:spLocks noGrp="1"/>
          </p:cNvSpPr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37"/>
          <p:cNvSpPr txBox="1">
            <a:spLocks noGrp="1"/>
          </p:cNvSpPr>
          <p:nvPr>
            <p:ph type="subTitle" idx="1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24" name="Google Shape;324;p37"/>
          <p:cNvSpPr txBox="1">
            <a:spLocks noGrp="1"/>
          </p:cNvSpPr>
          <p:nvPr>
            <p:ph type="subTitle" idx="2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7"/>
          <p:cNvSpPr txBox="1">
            <a:spLocks noGrp="1"/>
          </p:cNvSpPr>
          <p:nvPr>
            <p:ph type="subTitle" idx="3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26" name="Google Shape;326;p37"/>
          <p:cNvSpPr txBox="1">
            <a:spLocks noGrp="1"/>
          </p:cNvSpPr>
          <p:nvPr>
            <p:ph type="subTitle" idx="4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37"/>
          <p:cNvSpPr txBox="1">
            <a:spLocks noGrp="1"/>
          </p:cNvSpPr>
          <p:nvPr>
            <p:ph type="subTitle" idx="5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subTitle" idx="6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subTitle" idx="7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subTitle" idx="8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title" idx="9" hasCustomPrompt="1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37"/>
          <p:cNvSpPr txBox="1">
            <a:spLocks noGrp="1"/>
          </p:cNvSpPr>
          <p:nvPr>
            <p:ph type="title" idx="13" hasCustomPrompt="1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37"/>
          <p:cNvSpPr txBox="1">
            <a:spLocks noGrp="1"/>
          </p:cNvSpPr>
          <p:nvPr>
            <p:ph type="title" idx="14" hasCustomPrompt="1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37"/>
          <p:cNvSpPr txBox="1">
            <a:spLocks noGrp="1"/>
          </p:cNvSpPr>
          <p:nvPr>
            <p:ph type="title" idx="15" hasCustomPrompt="1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28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>
            <a:spLocks noGrp="1"/>
          </p:cNvSpPr>
          <p:nvPr>
            <p:ph type="subTitle" idx="1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2" name="Google Shape;382;p42"/>
          <p:cNvSpPr txBox="1">
            <a:spLocks noGrp="1"/>
          </p:cNvSpPr>
          <p:nvPr>
            <p:ph type="subTitle" idx="2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2"/>
          <p:cNvSpPr txBox="1">
            <a:spLocks noGrp="1"/>
          </p:cNvSpPr>
          <p:nvPr>
            <p:ph type="subTitle" idx="3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4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42"/>
          <p:cNvSpPr txBox="1">
            <a:spLocks noGrp="1"/>
          </p:cNvSpPr>
          <p:nvPr>
            <p:ph type="subTitle" idx="5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6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7" name="Google Shape;387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Google Shape;388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4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4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2" name="Google Shape;392;p42"/>
          <p:cNvSpPr txBox="1">
            <a:spLocks noGrp="1"/>
          </p:cNvSpPr>
          <p:nvPr>
            <p:ph type="title" hasCustomPrompt="1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42"/>
          <p:cNvSpPr txBox="1">
            <a:spLocks noGrp="1"/>
          </p:cNvSpPr>
          <p:nvPr>
            <p:ph type="title" idx="7" hasCustomPrompt="1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title" idx="8" hasCustomPrompt="1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1" r:id="rId4"/>
    <p:sldLayoutId id="2147483662" r:id="rId5"/>
    <p:sldLayoutId id="2147483683" r:id="rId6"/>
    <p:sldLayoutId id="2147483688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491154" y="950517"/>
            <a:ext cx="3851031" cy="36527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0" y="415276"/>
            <a:ext cx="9144000" cy="5732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4800" dirty="0"/>
              <a:t>Our team​</a:t>
            </a:r>
            <a:endParaRPr sz="4800" dirty="0"/>
          </a:p>
        </p:txBody>
      </p:sp>
      <p:sp>
        <p:nvSpPr>
          <p:cNvPr id="4" name="Текстово поле 3"/>
          <p:cNvSpPr txBox="1"/>
          <p:nvPr/>
        </p:nvSpPr>
        <p:spPr>
          <a:xfrm>
            <a:off x="2416629" y="1954621"/>
            <a:ext cx="1728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/>
              <a:t>Scrum Trainer</a:t>
            </a:r>
          </a:p>
        </p:txBody>
      </p:sp>
      <p:sp>
        <p:nvSpPr>
          <p:cNvPr id="6" name="Текстово поле 5"/>
          <p:cNvSpPr txBox="1"/>
          <p:nvPr/>
        </p:nvSpPr>
        <p:spPr>
          <a:xfrm>
            <a:off x="7009869" y="1654626"/>
            <a:ext cx="1516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Raq Kirilova</a:t>
            </a:r>
          </a:p>
        </p:txBody>
      </p:sp>
      <p:sp>
        <p:nvSpPr>
          <p:cNvPr id="9" name="Текстово поле 8"/>
          <p:cNvSpPr txBox="1"/>
          <p:nvPr/>
        </p:nvSpPr>
        <p:spPr>
          <a:xfrm>
            <a:off x="2416629" y="3511136"/>
            <a:ext cx="1516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1"/>
              <a:t>Roberta Hristova</a:t>
            </a:r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7092539" y="3511136"/>
            <a:ext cx="1516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1"/>
              <a:t>Leq Susova</a:t>
            </a:r>
          </a:p>
        </p:txBody>
      </p:sp>
      <p:sp>
        <p:nvSpPr>
          <p:cNvPr id="2" name="Правоъгълник 1"/>
          <p:cNvSpPr/>
          <p:nvPr/>
        </p:nvSpPr>
        <p:spPr>
          <a:xfrm>
            <a:off x="7017714" y="1954621"/>
            <a:ext cx="108859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Designer</a:t>
            </a:r>
            <a:endParaRPr lang="en-GB" sz="1100" dirty="0"/>
          </a:p>
        </p:txBody>
      </p:sp>
      <p:sp>
        <p:nvSpPr>
          <p:cNvPr id="3" name="Правоъгълник 2"/>
          <p:cNvSpPr/>
          <p:nvPr/>
        </p:nvSpPr>
        <p:spPr>
          <a:xfrm>
            <a:off x="2416628" y="3805418"/>
            <a:ext cx="156460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Frontend Developer </a:t>
            </a:r>
            <a:endParaRPr lang="en-GB" sz="1100" dirty="0"/>
          </a:p>
        </p:txBody>
      </p:sp>
      <p:sp>
        <p:nvSpPr>
          <p:cNvPr id="11" name="Правоъгълник 10"/>
          <p:cNvSpPr/>
          <p:nvPr/>
        </p:nvSpPr>
        <p:spPr>
          <a:xfrm>
            <a:off x="7092536" y="3805418"/>
            <a:ext cx="156344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Backend Developer </a:t>
            </a:r>
            <a:endParaRPr lang="en-GB" sz="1100" dirty="0"/>
          </a:p>
        </p:txBody>
      </p:sp>
      <p:sp>
        <p:nvSpPr>
          <p:cNvPr id="14" name="Текстово поле 13"/>
          <p:cNvSpPr txBox="1"/>
          <p:nvPr/>
        </p:nvSpPr>
        <p:spPr>
          <a:xfrm>
            <a:off x="2416629" y="1654626"/>
            <a:ext cx="1907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1"/>
              <a:t>Rosica Parapanova</a:t>
            </a:r>
          </a:p>
        </p:txBody>
      </p:sp>
      <p:pic>
        <p:nvPicPr>
          <p:cNvPr id="13" name="Картина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7" y="3116375"/>
            <a:ext cx="1460218" cy="1558326"/>
          </a:xfrm>
          <a:prstGeom prst="rect">
            <a:avLst/>
          </a:prstGeom>
        </p:spPr>
      </p:pic>
      <p:pic>
        <p:nvPicPr>
          <p:cNvPr id="15" name="Картина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036" y="3095748"/>
            <a:ext cx="1477808" cy="1558326"/>
          </a:xfrm>
          <a:prstGeom prst="rect">
            <a:avLst/>
          </a:prstGeom>
        </p:spPr>
      </p:pic>
      <p:pic>
        <p:nvPicPr>
          <p:cNvPr id="16" name="Картина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3036" y="1276226"/>
            <a:ext cx="1492503" cy="1531856"/>
          </a:xfrm>
          <a:prstGeom prst="rect">
            <a:avLst/>
          </a:prstGeom>
        </p:spPr>
      </p:pic>
      <p:pic>
        <p:nvPicPr>
          <p:cNvPr id="12" name="Картина 4">
            <a:extLst>
              <a:ext uri="{FF2B5EF4-FFF2-40B4-BE49-F238E27FC236}">
                <a16:creationId xmlns:a16="http://schemas.microsoft.com/office/drawing/2014/main" id="{4847B513-096D-C0C6-25A3-E5679A01F1C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8229600" y="105893"/>
            <a:ext cx="1058236" cy="102881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284" y="1276226"/>
            <a:ext cx="1414921" cy="1552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2" grpId="0"/>
      <p:bldP spid="3" grpId="0"/>
      <p:bldP spid="11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 1"/>
          <p:cNvSpPr/>
          <p:nvPr/>
        </p:nvSpPr>
        <p:spPr>
          <a:xfrm>
            <a:off x="1087883" y="444975"/>
            <a:ext cx="683232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/>
              <a:t>About our electronic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CC81F-8D22-C583-7722-1B8D0CBFC3F0}"/>
              </a:ext>
            </a:extLst>
          </p:cNvPr>
          <p:cNvSpPr txBox="1"/>
          <p:nvPr/>
        </p:nvSpPr>
        <p:spPr>
          <a:xfrm>
            <a:off x="1001730" y="1649002"/>
            <a:ext cx="6025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test is a functional and effective tool for testing knowledge in natural sciences</a:t>
            </a:r>
            <a:r>
              <a:rPr lang="bg-BG" dirty="0"/>
              <a:t>.</a:t>
            </a:r>
          </a:p>
        </p:txBody>
      </p:sp>
      <p:pic>
        <p:nvPicPr>
          <p:cNvPr id="4" name="Картина 4">
            <a:extLst>
              <a:ext uri="{FF2B5EF4-FFF2-40B4-BE49-F238E27FC236}">
                <a16:creationId xmlns:a16="http://schemas.microsoft.com/office/drawing/2014/main" id="{682268C1-0A92-ED44-970A-ED408DDF5C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117231" y="4138134"/>
            <a:ext cx="867508" cy="84338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F246E5-F018-660F-AEEA-DDB41FC3426A}"/>
              </a:ext>
            </a:extLst>
          </p:cNvPr>
          <p:cNvSpPr txBox="1"/>
          <p:nvPr/>
        </p:nvSpPr>
        <p:spPr>
          <a:xfrm>
            <a:off x="1001730" y="2448059"/>
            <a:ext cx="6025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provides quick feedback, a clear final result and the ability to choose a category.</a:t>
            </a:r>
            <a:endParaRPr lang="bg-B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103B6-C975-2311-6F31-E4E645B6C0D6}"/>
              </a:ext>
            </a:extLst>
          </p:cNvPr>
          <p:cNvSpPr txBox="1"/>
          <p:nvPr/>
        </p:nvSpPr>
        <p:spPr>
          <a:xfrm>
            <a:off x="1001730" y="3259685"/>
            <a:ext cx="6025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written in C++ and is designed to assess the user's knowledge in three main categories of natural sciences: </a:t>
            </a:r>
            <a:r>
              <a:rPr lang="en-US" i="1" dirty="0"/>
              <a:t>Biology, Chemistry and Physics</a:t>
            </a:r>
            <a:r>
              <a:rPr lang="bg-BG" i="1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3"/>
          <p:cNvSpPr txBox="1">
            <a:spLocks noGrp="1"/>
          </p:cNvSpPr>
          <p:nvPr>
            <p:ph type="subTitle" idx="1"/>
          </p:nvPr>
        </p:nvSpPr>
        <p:spPr>
          <a:xfrm>
            <a:off x="1565810" y="421564"/>
            <a:ext cx="5458200" cy="851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sz="4800" dirty="0"/>
              <a:t>Stages</a:t>
            </a:r>
            <a:endParaRPr sz="4800" dirty="0"/>
          </a:p>
        </p:txBody>
      </p:sp>
      <p:sp>
        <p:nvSpPr>
          <p:cNvPr id="4" name="Блоксхема: знак за край 3"/>
          <p:cNvSpPr/>
          <p:nvPr/>
        </p:nvSpPr>
        <p:spPr>
          <a:xfrm>
            <a:off x="0" y="1807604"/>
            <a:ext cx="1686448" cy="664522"/>
          </a:xfrm>
          <a:prstGeom prst="flowChartTerminator">
            <a:avLst/>
          </a:prstGeom>
          <a:solidFill>
            <a:srgbClr val="7AAE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авоъгълник 7"/>
          <p:cNvSpPr/>
          <p:nvPr/>
        </p:nvSpPr>
        <p:spPr>
          <a:xfrm>
            <a:off x="397428" y="1985976"/>
            <a:ext cx="891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1st week</a:t>
            </a:r>
          </a:p>
        </p:txBody>
      </p:sp>
      <p:cxnSp>
        <p:nvCxnSpPr>
          <p:cNvPr id="13" name="Право съединение 12"/>
          <p:cNvCxnSpPr/>
          <p:nvPr/>
        </p:nvCxnSpPr>
        <p:spPr>
          <a:xfrm>
            <a:off x="1695846" y="2139864"/>
            <a:ext cx="697376" cy="1219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аво съединение 16"/>
          <p:cNvCxnSpPr>
            <a:cxnSpLocks/>
          </p:cNvCxnSpPr>
          <p:nvPr/>
        </p:nvCxnSpPr>
        <p:spPr>
          <a:xfrm flipV="1">
            <a:off x="4096948" y="2139862"/>
            <a:ext cx="858951" cy="1219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аво съединение 25"/>
          <p:cNvCxnSpPr>
            <a:cxnSpLocks/>
          </p:cNvCxnSpPr>
          <p:nvPr/>
        </p:nvCxnSpPr>
        <p:spPr>
          <a:xfrm>
            <a:off x="6669023" y="2139862"/>
            <a:ext cx="76185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авоъгълник 27"/>
          <p:cNvSpPr/>
          <p:nvPr/>
        </p:nvSpPr>
        <p:spPr>
          <a:xfrm>
            <a:off x="-53069" y="2790835"/>
            <a:ext cx="209760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We were  thinking about our logo and what project should we make</a:t>
            </a:r>
          </a:p>
        </p:txBody>
      </p:sp>
      <p:sp>
        <p:nvSpPr>
          <p:cNvPr id="30" name="Правоъгълник 29"/>
          <p:cNvSpPr/>
          <p:nvPr/>
        </p:nvSpPr>
        <p:spPr>
          <a:xfrm>
            <a:off x="2321775" y="2853882"/>
            <a:ext cx="19276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We were </a:t>
            </a:r>
          </a:p>
          <a:p>
            <a:pPr algn="ctr"/>
            <a:r>
              <a:rPr lang="en-US" sz="1600" dirty="0"/>
              <a:t>organizing meetings</a:t>
            </a:r>
          </a:p>
        </p:txBody>
      </p:sp>
      <p:sp>
        <p:nvSpPr>
          <p:cNvPr id="31" name="Правоъгълник 30"/>
          <p:cNvSpPr/>
          <p:nvPr/>
        </p:nvSpPr>
        <p:spPr>
          <a:xfrm>
            <a:off x="5206680" y="2913945"/>
            <a:ext cx="1340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We started working on the project</a:t>
            </a:r>
          </a:p>
        </p:txBody>
      </p:sp>
      <p:sp>
        <p:nvSpPr>
          <p:cNvPr id="32" name="Правоъгълник 31"/>
          <p:cNvSpPr/>
          <p:nvPr/>
        </p:nvSpPr>
        <p:spPr>
          <a:xfrm>
            <a:off x="6834701" y="2794213"/>
            <a:ext cx="229295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We finished the project and made a presentation</a:t>
            </a:r>
          </a:p>
          <a:p>
            <a:pPr algn="ctr"/>
            <a:r>
              <a:rPr lang="en-US" sz="1600" dirty="0"/>
              <a:t>and documentation</a:t>
            </a:r>
          </a:p>
        </p:txBody>
      </p:sp>
      <p:pic>
        <p:nvPicPr>
          <p:cNvPr id="2" name="Картина 4">
            <a:extLst>
              <a:ext uri="{FF2B5EF4-FFF2-40B4-BE49-F238E27FC236}">
                <a16:creationId xmlns:a16="http://schemas.microsoft.com/office/drawing/2014/main" id="{61D11880-F745-EF74-74EE-A60674F8E2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43897"/>
            <a:ext cx="1058236" cy="102881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8888AE2C-8A52-7C7F-62E1-1A5D117CA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82463" y="421564"/>
            <a:ext cx="1066892" cy="1036410"/>
          </a:xfrm>
          <a:prstGeom prst="rect">
            <a:avLst/>
          </a:prstGeom>
        </p:spPr>
      </p:pic>
      <p:pic>
        <p:nvPicPr>
          <p:cNvPr id="12" name="Картина 6">
            <a:extLst>
              <a:ext uri="{FF2B5EF4-FFF2-40B4-BE49-F238E27FC236}">
                <a16:creationId xmlns:a16="http://schemas.microsoft.com/office/drawing/2014/main" id="{09557953-F3AF-50C1-882C-6497AE96D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00172" y="3779198"/>
            <a:ext cx="1633870" cy="1621677"/>
          </a:xfrm>
          <a:prstGeom prst="rect">
            <a:avLst/>
          </a:prstGeom>
        </p:spPr>
      </p:pic>
      <p:pic>
        <p:nvPicPr>
          <p:cNvPr id="14" name="Картина 5">
            <a:extLst>
              <a:ext uri="{FF2B5EF4-FFF2-40B4-BE49-F238E27FC236}">
                <a16:creationId xmlns:a16="http://schemas.microsoft.com/office/drawing/2014/main" id="{35E15CD5-A888-2AFB-849F-7E0EC22FE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4578" y="5400875"/>
            <a:ext cx="1414395" cy="1322947"/>
          </a:xfrm>
          <a:prstGeom prst="rect">
            <a:avLst/>
          </a:prstGeom>
        </p:spPr>
      </p:pic>
      <p:pic>
        <p:nvPicPr>
          <p:cNvPr id="15" name="Картина 3">
            <a:extLst>
              <a:ext uri="{FF2B5EF4-FFF2-40B4-BE49-F238E27FC236}">
                <a16:creationId xmlns:a16="http://schemas.microsoft.com/office/drawing/2014/main" id="{FAD5ED42-6C5C-75C5-633F-D163CCB529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3734" y="-1665525"/>
            <a:ext cx="1177636" cy="1177636"/>
          </a:xfrm>
          <a:prstGeom prst="rect">
            <a:avLst/>
          </a:prstGeom>
        </p:spPr>
      </p:pic>
      <p:pic>
        <p:nvPicPr>
          <p:cNvPr id="16" name="Картина 8">
            <a:extLst>
              <a:ext uri="{FF2B5EF4-FFF2-40B4-BE49-F238E27FC236}">
                <a16:creationId xmlns:a16="http://schemas.microsoft.com/office/drawing/2014/main" id="{F27A6617-4026-CBCE-5A79-0C7E30F196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1866" y="5400874"/>
            <a:ext cx="1981372" cy="1322947"/>
          </a:xfrm>
          <a:prstGeom prst="rect">
            <a:avLst/>
          </a:prstGeom>
        </p:spPr>
      </p:pic>
      <p:pic>
        <p:nvPicPr>
          <p:cNvPr id="18" name="Картина 4">
            <a:extLst>
              <a:ext uri="{FF2B5EF4-FFF2-40B4-BE49-F238E27FC236}">
                <a16:creationId xmlns:a16="http://schemas.microsoft.com/office/drawing/2014/main" id="{59D13077-6B82-346F-3F9E-1CF55A57F3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64331" y="5571576"/>
            <a:ext cx="987638" cy="981541"/>
          </a:xfrm>
          <a:prstGeom prst="rect">
            <a:avLst/>
          </a:prstGeom>
        </p:spPr>
      </p:pic>
      <p:sp>
        <p:nvSpPr>
          <p:cNvPr id="23" name="Блоксхема: знак за край 3">
            <a:extLst>
              <a:ext uri="{FF2B5EF4-FFF2-40B4-BE49-F238E27FC236}">
                <a16:creationId xmlns:a16="http://schemas.microsoft.com/office/drawing/2014/main" id="{4628779D-E7D0-E1BD-ADDF-D0F1B6286C44}"/>
              </a:ext>
            </a:extLst>
          </p:cNvPr>
          <p:cNvSpPr/>
          <p:nvPr/>
        </p:nvSpPr>
        <p:spPr>
          <a:xfrm>
            <a:off x="2410500" y="1803816"/>
            <a:ext cx="1686448" cy="664522"/>
          </a:xfrm>
          <a:prstGeom prst="flowChartTerminator">
            <a:avLst/>
          </a:prstGeom>
          <a:solidFill>
            <a:srgbClr val="7AAE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авоъгълник 8"/>
          <p:cNvSpPr/>
          <p:nvPr/>
        </p:nvSpPr>
        <p:spPr>
          <a:xfrm>
            <a:off x="2545399" y="1985974"/>
            <a:ext cx="14345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2st week</a:t>
            </a:r>
          </a:p>
        </p:txBody>
      </p:sp>
      <p:sp>
        <p:nvSpPr>
          <p:cNvPr id="25" name="Блоксхема: знак за край 3">
            <a:extLst>
              <a:ext uri="{FF2B5EF4-FFF2-40B4-BE49-F238E27FC236}">
                <a16:creationId xmlns:a16="http://schemas.microsoft.com/office/drawing/2014/main" id="{32E604F4-429F-F98C-B0F0-ADFA547BB3FA}"/>
              </a:ext>
            </a:extLst>
          </p:cNvPr>
          <p:cNvSpPr/>
          <p:nvPr/>
        </p:nvSpPr>
        <p:spPr>
          <a:xfrm>
            <a:off x="4982575" y="1808671"/>
            <a:ext cx="1686448" cy="664522"/>
          </a:xfrm>
          <a:prstGeom prst="flowChartTerminator">
            <a:avLst/>
          </a:prstGeom>
          <a:solidFill>
            <a:srgbClr val="7AAE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авоъгълник 9"/>
          <p:cNvSpPr/>
          <p:nvPr/>
        </p:nvSpPr>
        <p:spPr>
          <a:xfrm>
            <a:off x="5072862" y="1982188"/>
            <a:ext cx="14743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3st week</a:t>
            </a:r>
          </a:p>
        </p:txBody>
      </p:sp>
      <p:sp>
        <p:nvSpPr>
          <p:cNvPr id="29" name="Блоксхема: знак за край 3">
            <a:extLst>
              <a:ext uri="{FF2B5EF4-FFF2-40B4-BE49-F238E27FC236}">
                <a16:creationId xmlns:a16="http://schemas.microsoft.com/office/drawing/2014/main" id="{0568AD09-4CA4-7DEC-CA6E-8823C560EDF5}"/>
              </a:ext>
            </a:extLst>
          </p:cNvPr>
          <p:cNvSpPr/>
          <p:nvPr/>
        </p:nvSpPr>
        <p:spPr>
          <a:xfrm>
            <a:off x="7408802" y="1813699"/>
            <a:ext cx="1686448" cy="664522"/>
          </a:xfrm>
          <a:prstGeom prst="flowChartTerminator">
            <a:avLst/>
          </a:prstGeom>
          <a:solidFill>
            <a:srgbClr val="7AAE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авоъгълник 10"/>
          <p:cNvSpPr/>
          <p:nvPr/>
        </p:nvSpPr>
        <p:spPr>
          <a:xfrm>
            <a:off x="7841642" y="1998169"/>
            <a:ext cx="891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4st week</a:t>
            </a:r>
          </a:p>
        </p:txBody>
      </p:sp>
      <p:pic>
        <p:nvPicPr>
          <p:cNvPr id="33" name="Картина 10">
            <a:extLst>
              <a:ext uri="{FF2B5EF4-FFF2-40B4-BE49-F238E27FC236}">
                <a16:creationId xmlns:a16="http://schemas.microsoft.com/office/drawing/2014/main" id="{63084A79-9EBF-56FB-9CA0-7E3433C3F3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9239" y="6052779"/>
            <a:ext cx="1342083" cy="134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8" grpId="0"/>
      <p:bldP spid="30" grpId="0"/>
      <p:bldP spid="31" grpId="0"/>
      <p:bldP spid="32" grpId="0"/>
      <p:bldP spid="23" grpId="0" animBg="1"/>
      <p:bldP spid="25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45" y="1358223"/>
            <a:ext cx="1066892" cy="1036410"/>
          </a:xfrm>
          <a:prstGeom prst="rect">
            <a:avLst/>
          </a:prstGeom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653" y="1361956"/>
            <a:ext cx="1177636" cy="1177636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64" y="1522369"/>
            <a:ext cx="987638" cy="981541"/>
          </a:xfrm>
          <a:prstGeom prst="rect">
            <a:avLst/>
          </a:prstGeom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7829" y="2273233"/>
            <a:ext cx="1414395" cy="1322947"/>
          </a:xfrm>
          <a:prstGeom prst="rect">
            <a:avLst/>
          </a:prstGeom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07" y="3404191"/>
            <a:ext cx="1633870" cy="1621677"/>
          </a:xfrm>
          <a:prstGeom prst="rect">
            <a:avLst/>
          </a:prstGeom>
        </p:spPr>
      </p:pic>
      <p:pic>
        <p:nvPicPr>
          <p:cNvPr id="9" name="Картина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8599" y="2394633"/>
            <a:ext cx="1981372" cy="1322947"/>
          </a:xfrm>
          <a:prstGeom prst="rect">
            <a:avLst/>
          </a:prstGeom>
        </p:spPr>
      </p:pic>
      <p:pic>
        <p:nvPicPr>
          <p:cNvPr id="11" name="Картина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8970" y="3247761"/>
            <a:ext cx="1342083" cy="1342083"/>
          </a:xfrm>
          <a:prstGeom prst="rect">
            <a:avLst/>
          </a:prstGeom>
        </p:spPr>
      </p:pic>
      <p:sp>
        <p:nvSpPr>
          <p:cNvPr id="13" name="Правоъгълник 12"/>
          <p:cNvSpPr/>
          <p:nvPr/>
        </p:nvSpPr>
        <p:spPr>
          <a:xfrm>
            <a:off x="1618578" y="412467"/>
            <a:ext cx="546014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/>
              <a:t>Used Technologies</a:t>
            </a:r>
          </a:p>
        </p:txBody>
      </p:sp>
      <p:pic>
        <p:nvPicPr>
          <p:cNvPr id="2" name="Картина 4">
            <a:extLst>
              <a:ext uri="{FF2B5EF4-FFF2-40B4-BE49-F238E27FC236}">
                <a16:creationId xmlns:a16="http://schemas.microsoft.com/office/drawing/2014/main" id="{88EFF18D-FD55-8099-B083-5D9D5DB871C9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8424808" y="4178396"/>
            <a:ext cx="846431" cy="82289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108"/>
          <p:cNvSpPr txBox="1">
            <a:spLocks noGrp="1"/>
          </p:cNvSpPr>
          <p:nvPr>
            <p:ph type="title"/>
          </p:nvPr>
        </p:nvSpPr>
        <p:spPr>
          <a:xfrm>
            <a:off x="0" y="1546462"/>
            <a:ext cx="9144000" cy="2076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800" dirty="0"/>
              <a:t>Thank you for</a:t>
            </a:r>
            <a:br>
              <a:rPr lang="en-US" sz="4800" dirty="0"/>
            </a:br>
            <a:r>
              <a:rPr lang="en-US" sz="4800" dirty="0"/>
              <a:t>the attention!</a:t>
            </a:r>
          </a:p>
        </p:txBody>
      </p:sp>
      <p:pic>
        <p:nvPicPr>
          <p:cNvPr id="2" name="Картина 4">
            <a:extLst>
              <a:ext uri="{FF2B5EF4-FFF2-40B4-BE49-F238E27FC236}">
                <a16:creationId xmlns:a16="http://schemas.microsoft.com/office/drawing/2014/main" id="{62549B98-3DB5-380B-659C-B36FFB7A76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61645" y="189338"/>
            <a:ext cx="796247" cy="7741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10258</TotalTime>
  <Words>128</Words>
  <Application>Microsoft Office PowerPoint</Application>
  <PresentationFormat>Презентация на цял екран (16:9)</PresentationFormat>
  <Paragraphs>26</Paragraphs>
  <Slides>6</Slides>
  <Notes>6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6</vt:i4>
      </vt:variant>
    </vt:vector>
  </HeadingPairs>
  <TitlesOfParts>
    <vt:vector size="14" baseType="lpstr">
      <vt:lpstr>Arial</vt:lpstr>
      <vt:lpstr>Crimson Text</vt:lpstr>
      <vt:lpstr>Lato</vt:lpstr>
      <vt:lpstr>Mako</vt:lpstr>
      <vt:lpstr>Montserrat</vt:lpstr>
      <vt:lpstr>Russo One</vt:lpstr>
      <vt:lpstr>Vidaloka</vt:lpstr>
      <vt:lpstr>Minimalist Business Slides XL by Slidesgo</vt:lpstr>
      <vt:lpstr>Презентация на PowerPoint</vt:lpstr>
      <vt:lpstr>Our team​</vt:lpstr>
      <vt:lpstr>Презентация на PowerPoint</vt:lpstr>
      <vt:lpstr>Презентация на PowerPoint</vt:lpstr>
      <vt:lpstr>Презентация на PowerPoint</vt:lpstr>
      <vt:lpstr>Thank you for the 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User</dc:creator>
  <cp:lastModifiedBy>User</cp:lastModifiedBy>
  <cp:revision>18</cp:revision>
  <dcterms:modified xsi:type="dcterms:W3CDTF">2025-03-24T20:48:35Z</dcterms:modified>
</cp:coreProperties>
</file>